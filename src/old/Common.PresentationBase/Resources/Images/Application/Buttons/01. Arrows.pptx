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0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6" y="10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F7615-32FF-F1FF-57E8-252BB919C2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A74EBA-E5BD-1891-EF0E-A3ADF53788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45EDD1-8215-021B-D105-8785AAA99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7B0E5-C167-4B43-97B9-25ACFEAF2656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189D6-38B8-0F9A-915D-83E3A4D7C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32A8B-2BAA-D2D8-1934-9B08E721C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40DA8-956A-4DE7-9581-52EC0F9501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088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E91C6-8EA4-9E32-FF20-7B76C6BDE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1A785-7096-5049-0D4B-5BEBD8FC18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C7B00-75B4-0BD1-639B-44A29CB11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7B0E5-C167-4B43-97B9-25ACFEAF2656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ADD51-8175-D7E9-7F11-C36038ED7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5BB97-769D-23A7-6513-8D4C90DF3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40DA8-956A-4DE7-9581-52EC0F9501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003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CA222-6F4C-0E3D-F3D2-0206DF244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328708-BF2B-707B-666D-ADFF451083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7D3A9-816D-1EF1-CAC1-DDE0396AE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7B0E5-C167-4B43-97B9-25ACFEAF2656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63B9D4-EE3E-51F5-9053-75B4B645D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BBBD38-3983-6713-9D4B-4CF10B7E6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40DA8-956A-4DE7-9581-52EC0F9501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914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3C06A-0D34-BAA4-0B39-3964ABBB1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C94C-A07E-AEC1-16DD-961AD56B6E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C9452D-9037-82DB-97E4-1AEAF868D5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FCBABE-C1B8-195F-A176-9F0612042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7B0E5-C167-4B43-97B9-25ACFEAF2656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2A0C97-8949-E189-9640-C82447856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792C91-A8FF-64D0-FB05-3F187909B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40DA8-956A-4DE7-9581-52EC0F9501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52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4FF95-0919-0CBE-8FD5-812511645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6E2E32-ADFB-B60B-6309-32BDCA4189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1B7F6B-F07E-9C3D-E738-8D5A3628B1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5C5219-84B4-DD83-E6E6-C1291AAD55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9956FD-5055-EA66-FFB9-CA8991EEC3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54B947-891B-DEAF-6653-C7970043D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7B0E5-C167-4B43-97B9-25ACFEAF2656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EB2BE3-F580-E881-ED6C-9E3D2B29D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18F7C8-9B28-1DB4-815F-28B5D8A93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40DA8-956A-4DE7-9581-52EC0F9501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573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3765A-4271-5147-CBA8-EEEADBBA8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251AF2-1186-5658-343A-A18474719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7B0E5-C167-4B43-97B9-25ACFEAF2656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1A385A-827D-4FE9-C5BB-84D6113F5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592F66-A8A8-AB88-6890-E7C9C8D93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40DA8-956A-4DE7-9581-52EC0F9501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740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97DF9F-9F8F-8BC5-3630-C3A13FED9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7B0E5-C167-4B43-97B9-25ACFEAF2656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89E61F-AEBC-A758-CA11-52CEEF650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343B25-3EAB-4B10-3FAA-CB4FE3C65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40DA8-956A-4DE7-9581-52EC0F9501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59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513D4-B059-B99D-AFB0-1AC86573E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48C8F-845E-5D05-2D8C-F34A62839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646510-0C01-AE65-0FAA-2C43C29D3C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D29208-7830-8976-4BA0-F6B539C73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7B0E5-C167-4B43-97B9-25ACFEAF2656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8EFD4B-5589-EFCC-F156-876A4D3B5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A81724-FED2-C95B-0C26-97CE73AAC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40DA8-956A-4DE7-9581-52EC0F9501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667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8BF70-37AF-63DD-B0E0-00D3B9156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47A09C-D2E8-F82D-3F89-515CAF5E9E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CF30D3-F987-2F4D-395F-BAB1F56043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CAAB99-9109-6EB4-29E4-52369C565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7B0E5-C167-4B43-97B9-25ACFEAF2656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D74C5-24D7-E415-8CBA-E8DEE0C54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DDDAC8-29AE-1EBF-6653-406E2CEE2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40DA8-956A-4DE7-9581-52EC0F9501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90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62813-59EF-AFE4-FA66-72DC0ECC3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48E4A0-E4B8-5054-375F-771D9A553B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38DE37-F3B2-AA9A-26D8-831B1F0C4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7B0E5-C167-4B43-97B9-25ACFEAF2656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9A33C-3D83-6538-8E1A-E524CFCFB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3EE306-B8D0-AF55-5AA4-0A537FD86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40DA8-956A-4DE7-9581-52EC0F9501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15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4F5F86-7B3C-EBF8-3886-B082018C60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46AB9D-8CB5-22AE-C916-FAA88B5442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001132-EDDE-649A-8A66-171CBB0AF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7B0E5-C167-4B43-97B9-25ACFEAF2656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E37B78-52A4-023B-EC61-13390616A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70748-92B4-3B12-8EE7-0DE40298F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40DA8-956A-4DE7-9581-52EC0F9501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721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3B0136-350D-BA23-3F63-73830ECDC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0DF6B1-C541-DBA8-314F-F175D3DC5A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6A89DC-5E8A-B014-21BA-5FB2E73978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B7B0E5-C167-4B43-97B9-25ACFEAF2656}" type="datetimeFigureOut">
              <a:rPr lang="en-US" smtClean="0"/>
              <a:t>8/7/2023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5DC34-27EC-EBC8-96E1-6EA23F4BAE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5B1C48-088F-A2D6-5FE9-DCC72AE980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240DA8-956A-4DE7-9581-52EC0F9501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958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Line arrow: Straight with solid fill">
            <a:extLst>
              <a:ext uri="{FF2B5EF4-FFF2-40B4-BE49-F238E27FC236}">
                <a16:creationId xmlns:a16="http://schemas.microsoft.com/office/drawing/2014/main" id="{C07AC9FA-F04F-A1DF-C80A-4B0699F2CB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136237"/>
            <a:ext cx="914400" cy="914400"/>
          </a:xfrm>
          <a:prstGeom prst="rect">
            <a:avLst/>
          </a:prstGeom>
        </p:spPr>
      </p:pic>
      <p:pic>
        <p:nvPicPr>
          <p:cNvPr id="7" name="Graphic 6" descr="Arrow Right with solid fill">
            <a:extLst>
              <a:ext uri="{FF2B5EF4-FFF2-40B4-BE49-F238E27FC236}">
                <a16:creationId xmlns:a16="http://schemas.microsoft.com/office/drawing/2014/main" id="{488F8A3F-040A-087E-AE7C-BE34BA2353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65054" y="230818"/>
            <a:ext cx="914400" cy="914400"/>
          </a:xfrm>
          <a:prstGeom prst="rect">
            <a:avLst/>
          </a:prstGeom>
        </p:spPr>
      </p:pic>
      <p:pic>
        <p:nvPicPr>
          <p:cNvPr id="9" name="Graphic 8" descr="Arrow Down with solid fill">
            <a:extLst>
              <a:ext uri="{FF2B5EF4-FFF2-40B4-BE49-F238E27FC236}">
                <a16:creationId xmlns:a16="http://schemas.microsoft.com/office/drawing/2014/main" id="{14672FB8-F934-F29D-0145-F7C819DE9DE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86255" y="230818"/>
            <a:ext cx="914400" cy="914400"/>
          </a:xfrm>
          <a:prstGeom prst="rect">
            <a:avLst/>
          </a:prstGeom>
        </p:spPr>
      </p:pic>
      <p:pic>
        <p:nvPicPr>
          <p:cNvPr id="11" name="Graphic 10" descr="Arrow Up with solid fill">
            <a:extLst>
              <a:ext uri="{FF2B5EF4-FFF2-40B4-BE49-F238E27FC236}">
                <a16:creationId xmlns:a16="http://schemas.microsoft.com/office/drawing/2014/main" id="{364C482F-99BB-5D77-4479-BB052A0268D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405564" y="230818"/>
            <a:ext cx="914400" cy="914400"/>
          </a:xfrm>
          <a:prstGeom prst="rect">
            <a:avLst/>
          </a:prstGeom>
        </p:spPr>
      </p:pic>
      <p:pic>
        <p:nvPicPr>
          <p:cNvPr id="13" name="Graphic 12" descr="Line arrow: Straight with solid fill">
            <a:extLst>
              <a:ext uri="{FF2B5EF4-FFF2-40B4-BE49-F238E27FC236}">
                <a16:creationId xmlns:a16="http://schemas.microsoft.com/office/drawing/2014/main" id="{6B097A11-CFF8-4EC5-9B55-363C941152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121430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768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630AD44906AD14E986498FF4E83958B" ma:contentTypeVersion="35" ma:contentTypeDescription="Create a new document." ma:contentTypeScope="" ma:versionID="d5dcd09924cbffabad808d6783714dad">
  <xsd:schema xmlns:xsd="http://www.w3.org/2001/XMLSchema" xmlns:xs="http://www.w3.org/2001/XMLSchema" xmlns:p="http://schemas.microsoft.com/office/2006/metadata/properties" xmlns:ns1="http://schemas.microsoft.com/sharepoint/v3" xmlns:ns3="c37f603e-975a-4186-a7ae-f19434aee993" xmlns:ns4="12cf1cfa-4036-4fdd-beb0-4cf57af1b3a6" targetNamespace="http://schemas.microsoft.com/office/2006/metadata/properties" ma:root="true" ma:fieldsID="53f6296f626726d70c1526c82b732a94" ns1:_="" ns3:_="" ns4:_="">
    <xsd:import namespace="http://schemas.microsoft.com/sharepoint/v3"/>
    <xsd:import namespace="c37f603e-975a-4186-a7ae-f19434aee993"/>
    <xsd:import namespace="12cf1cfa-4036-4fdd-beb0-4cf57af1b3a6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NotebookType" minOccurs="0"/>
                <xsd:element ref="ns4:FolderType" minOccurs="0"/>
                <xsd:element ref="ns4:Owner" minOccurs="0"/>
                <xsd:element ref="ns4:DefaultSectionNames" minOccurs="0"/>
                <xsd:element ref="ns4:AppVersion" minOccurs="0"/>
                <xsd:element ref="ns4:Teachers" minOccurs="0"/>
                <xsd:element ref="ns4:Students" minOccurs="0"/>
                <xsd:element ref="ns4:Student_Groups" minOccurs="0"/>
                <xsd:element ref="ns4:Invited_Teachers" minOccurs="0"/>
                <xsd:element ref="ns4:Invited_Students" minOccurs="0"/>
                <xsd:element ref="ns4:Self_Registration_Enabled" minOccurs="0"/>
                <xsd:element ref="ns3:LastSharedByUser" minOccurs="0"/>
                <xsd:element ref="ns3:LastSharedByTime" minOccurs="0"/>
                <xsd:element ref="ns4:MediaServiceMetadata" minOccurs="0"/>
                <xsd:element ref="ns4:MediaServiceFastMetadata" minOccurs="0"/>
                <xsd:element ref="ns1:_ip_UnifiedCompliancePolicyProperties" minOccurs="0"/>
                <xsd:element ref="ns1:_ip_UnifiedCompliancePolicyUIAction" minOccurs="0"/>
                <xsd:element ref="ns4:Templates" minOccurs="0"/>
                <xsd:element ref="ns4:CultureName" minOccurs="0"/>
                <xsd:element ref="ns4:TeamsChannelId" minOccurs="0"/>
                <xsd:element ref="ns4:Self_Registration_Enabled0" minOccurs="0"/>
                <xsd:element ref="ns4:Has_Teacher_Only_SectionGroup" minOccurs="0"/>
                <xsd:element ref="ns4:Is_Collaboration_Space_Locked" minOccurs="0"/>
                <xsd:element ref="ns4:MediaServiceAutoKeyPoints" minOccurs="0"/>
                <xsd:element ref="ns4:MediaServiceKeyPoints" minOccurs="0"/>
                <xsd:element ref="ns4:MediaServiceDateTaken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4:MediaLengthInSeconds" minOccurs="0"/>
                <xsd:element ref="ns4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6" nillable="true" ma:displayName="Unified Compliance Policy Properties" ma:description="" ma:hidden="true" ma:internalName="_ip_UnifiedCompliancePolicyProperties">
      <xsd:simpleType>
        <xsd:restriction base="dms:Note"/>
      </xsd:simpleType>
    </xsd:element>
    <xsd:element name="_ip_UnifiedCompliancePolicyUIAction" ma:index="27" nillable="true" ma:displayName="Unified Compliance Policy UI Action" ma:description="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37f603e-975a-4186-a7ae-f19434aee99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internalName="SharingHintHash" ma:readOnly="true">
      <xsd:simpleType>
        <xsd:restriction base="dms:Text"/>
      </xsd:simpleType>
    </xsd:element>
    <xsd:element name="LastSharedByUser" ma:index="22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23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cf1cfa-4036-4fdd-beb0-4cf57af1b3a6" elementFormDefault="qualified">
    <xsd:import namespace="http://schemas.microsoft.com/office/2006/documentManagement/types"/>
    <xsd:import namespace="http://schemas.microsoft.com/office/infopath/2007/PartnerControls"/>
    <xsd:element name="NotebookType" ma:index="11" nillable="true" ma:displayName="Notebook Type" ma:internalName="NotebookType">
      <xsd:simpleType>
        <xsd:restriction base="dms:Text"/>
      </xsd:simpleType>
    </xsd:element>
    <xsd:element name="FolderType" ma:index="12" nillable="true" ma:displayName="Folder Type" ma:internalName="FolderType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efaultSectionNames" ma:index="14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AppVersion" ma:index="15" nillable="true" ma:displayName="App Version" ma:internalName="AppVersion">
      <xsd:simpleType>
        <xsd:restriction base="dms:Text"/>
      </xsd:simpleType>
    </xsd:element>
    <xsd:element name="Teachers" ma:index="16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7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8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Invited_Teachers" ma:index="19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0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1" nillable="true" ma:displayName="Self_Registration_Enabled" ma:internalName="Self_Registration_Enabled">
      <xsd:simpleType>
        <xsd:restriction base="dms:Boolean"/>
      </xsd:simpleType>
    </xsd:element>
    <xsd:element name="MediaServiceMetadata" ma:index="24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25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Templates" ma:index="28" nillable="true" ma:displayName="Templates" ma:internalName="Templates">
      <xsd:simpleType>
        <xsd:restriction base="dms:Note">
          <xsd:maxLength value="255"/>
        </xsd:restriction>
      </xsd:simpleType>
    </xsd:element>
    <xsd:element name="CultureName" ma:index="29" nillable="true" ma:displayName="Culture Name" ma:internalName="CultureName">
      <xsd:simpleType>
        <xsd:restriction base="dms:Text"/>
      </xsd:simpleType>
    </xsd:element>
    <xsd:element name="TeamsChannelId" ma:index="30" nillable="true" ma:displayName="Teams Channel Id" ma:internalName="TeamsChannelId">
      <xsd:simpleType>
        <xsd:restriction base="dms:Text"/>
      </xsd:simpleType>
    </xsd:element>
    <xsd:element name="Self_Registration_Enabled0" ma:index="31" nillable="true" ma:displayName="Self Registration Enabled" ma:internalName="Self_Registration_Enabled0">
      <xsd:simpleType>
        <xsd:restriction base="dms:Boolean"/>
      </xsd:simpleType>
    </xsd:element>
    <xsd:element name="Has_Teacher_Only_SectionGroup" ma:index="32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33" nillable="true" ma:displayName="Is Collaboration Space Locked" ma:internalName="Is_Collaboration_Space_Locked">
      <xsd:simpleType>
        <xsd:restriction base="dms:Boolean"/>
      </xsd:simpleType>
    </xsd:element>
    <xsd:element name="MediaServiceAutoKeyPoints" ma:index="3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3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3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37" nillable="true" ma:displayName="Tags" ma:internalName="MediaServiceAutoTags" ma:readOnly="true">
      <xsd:simpleType>
        <xsd:restriction base="dms:Text"/>
      </xsd:simpleType>
    </xsd:element>
    <xsd:element name="MediaServiceGenerationTime" ma:index="3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4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41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4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pVersion xmlns="12cf1cfa-4036-4fdd-beb0-4cf57af1b3a6" xsi:nil="true"/>
    <DefaultSectionNames xmlns="12cf1cfa-4036-4fdd-beb0-4cf57af1b3a6" xsi:nil="true"/>
    <_ip_UnifiedCompliancePolicyUIAction xmlns="http://schemas.microsoft.com/sharepoint/v3" xsi:nil="true"/>
    <Templates xmlns="12cf1cfa-4036-4fdd-beb0-4cf57af1b3a6" xsi:nil="true"/>
    <NotebookType xmlns="12cf1cfa-4036-4fdd-beb0-4cf57af1b3a6" xsi:nil="true"/>
    <FolderType xmlns="12cf1cfa-4036-4fdd-beb0-4cf57af1b3a6" xsi:nil="true"/>
    <Student_Groups xmlns="12cf1cfa-4036-4fdd-beb0-4cf57af1b3a6">
      <UserInfo>
        <DisplayName/>
        <AccountId xsi:nil="true"/>
        <AccountType/>
      </UserInfo>
    </Student_Groups>
    <Invited_Students xmlns="12cf1cfa-4036-4fdd-beb0-4cf57af1b3a6" xsi:nil="true"/>
    <Students xmlns="12cf1cfa-4036-4fdd-beb0-4cf57af1b3a6">
      <UserInfo>
        <DisplayName/>
        <AccountId xsi:nil="true"/>
        <AccountType/>
      </UserInfo>
    </Students>
    <_activity xmlns="12cf1cfa-4036-4fdd-beb0-4cf57af1b3a6" xsi:nil="true"/>
    <Self_Registration_Enabled xmlns="12cf1cfa-4036-4fdd-beb0-4cf57af1b3a6" xsi:nil="true"/>
    <_ip_UnifiedCompliancePolicyProperties xmlns="http://schemas.microsoft.com/sharepoint/v3" xsi:nil="true"/>
    <Has_Teacher_Only_SectionGroup xmlns="12cf1cfa-4036-4fdd-beb0-4cf57af1b3a6" xsi:nil="true"/>
    <Teachers xmlns="12cf1cfa-4036-4fdd-beb0-4cf57af1b3a6">
      <UserInfo>
        <DisplayName/>
        <AccountId xsi:nil="true"/>
        <AccountType/>
      </UserInfo>
    </Teachers>
    <Invited_Teachers xmlns="12cf1cfa-4036-4fdd-beb0-4cf57af1b3a6" xsi:nil="true"/>
    <TeamsChannelId xmlns="12cf1cfa-4036-4fdd-beb0-4cf57af1b3a6" xsi:nil="true"/>
    <Self_Registration_Enabled0 xmlns="12cf1cfa-4036-4fdd-beb0-4cf57af1b3a6" xsi:nil="true"/>
    <CultureName xmlns="12cf1cfa-4036-4fdd-beb0-4cf57af1b3a6" xsi:nil="true"/>
    <Is_Collaboration_Space_Locked xmlns="12cf1cfa-4036-4fdd-beb0-4cf57af1b3a6" xsi:nil="true"/>
    <Owner xmlns="12cf1cfa-4036-4fdd-beb0-4cf57af1b3a6">
      <UserInfo>
        <DisplayName/>
        <AccountId xsi:nil="true"/>
        <AccountType/>
      </UserInfo>
    </Owner>
  </documentManagement>
</p:properties>
</file>

<file path=customXml/itemProps1.xml><?xml version="1.0" encoding="utf-8"?>
<ds:datastoreItem xmlns:ds="http://schemas.openxmlformats.org/officeDocument/2006/customXml" ds:itemID="{1ECB13DC-4E48-4C83-A121-69E67B9E4FC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c37f603e-975a-4186-a7ae-f19434aee993"/>
    <ds:schemaRef ds:uri="12cf1cfa-4036-4fdd-beb0-4cf57af1b3a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028293C-2FE1-4CFE-B4D4-1F5F080A7E8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BD6B2B6-E86A-48CA-94C4-2CD7F2225BC3}">
  <ds:schemaRefs>
    <ds:schemaRef ds:uri="http://purl.org/dc/elements/1.1/"/>
    <ds:schemaRef ds:uri="http://purl.org/dc/terms/"/>
    <ds:schemaRef ds:uri="http://purl.org/dc/dcmitype/"/>
    <ds:schemaRef ds:uri="http://schemas.microsoft.com/sharepoint/v3"/>
    <ds:schemaRef ds:uri="c37f603e-975a-4186-a7ae-f19434aee993"/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12cf1cfa-4036-4fdd-beb0-4cf57af1b3a6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Dario Airoldi</dc:creator>
  <cp:lastModifiedBy>Dario Airoldi</cp:lastModifiedBy>
  <cp:revision>1</cp:revision>
  <dcterms:created xsi:type="dcterms:W3CDTF">2023-08-07T13:32:20Z</dcterms:created>
  <dcterms:modified xsi:type="dcterms:W3CDTF">2023-08-07T14:28:27Z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0x010100D630AD44906AD14E986498FF4E83958B</vt:lpwstr>
  </property>
</Properties>
</file>